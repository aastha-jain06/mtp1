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pwfeedback enables visual feedback during password typing. When pwfeedback is enabled, tgetpass.c uses getln() which can overflow a fixed-size stack buffer on long input. This leads to memory corruption, crashes, or potential privilege escalation depending on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threat model: attacker must already have a valid account. On systems with modern mitigations the exploit may be difficult, but crashes and information leaks remain serious.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disabling pwfeedback immediately on exposed systems, then schedule patching. For incident response, preserve logs, check for suspicious local activity, and rebuild/update sudo packages.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links in the final deck if needed. Recommend consulting vendor advisories for exact patched package versions per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CVE-2019-18634 — Sudo `pwfeedback` Stack Buffer Overflow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Detail, impact, and mitigations</a:t>
            </a:r>
          </a:p>
          <a:p>
            <a:r>
              <a:t>Prepared by ChatGPT</a:t>
            </a:r>
          </a:p>
          <a:p>
            <a:r>
              <a:t>(Concise slide deck with speaker notes)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Vulnerability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 summary:</a:t>
            </a:r>
          </a:p>
          <a:p>
            <a:pPr lvl="1"/>
            <a:r>
              <a:t>• Stack-based buffer overflow in sudo's password-reading path when pwfeedback is enabled.</a:t>
            </a:r>
          </a:p>
          <a:p>
            <a:pPr lvl="1"/>
            <a:r>
              <a:t>• Triggered via long input to getln() in tgetpass.c.</a:t>
            </a:r>
          </a:p>
          <a:p>
            <a:pPr lvl="1"/>
            <a:r>
              <a:t>• Affects sudo versions before 1.8.26; requires local authenticated user.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Exploitability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Impact:</a:t>
            </a:r>
          </a:p>
          <a:p>
            <a:pPr lvl="1"/>
            <a:r>
              <a:t>• Local authenticated user can crash sudo or possibly gain root via memory corruption.</a:t>
            </a:r>
          </a:p>
          <a:p>
            <a:pPr lvl="1"/>
            <a:r>
              <a:t>• Exploitability depends on ASLR, NX, stack canaries, and distribution-specific hardening.</a:t>
            </a:r>
          </a:p>
          <a:p>
            <a:pPr lvl="1"/>
            <a:r>
              <a:t>• Systems with pwfeedback disabled are not vulnerable.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&amp;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mitigations:</a:t>
            </a:r>
          </a:p>
          <a:p>
            <a:pPr lvl="1"/>
            <a:r>
              <a:t>• Disable pwfeedback in /etc/sudoers (remove/comment the pwfeedback line).</a:t>
            </a:r>
          </a:p>
          <a:p>
            <a:pPr lvl="1"/>
            <a:r>
              <a:t>• Update sudo to a patched vendor-supplied version (&gt;= 1.8.26 or distro patch).</a:t>
            </a:r>
          </a:p>
          <a:p>
            <a:pPr/>
            <a:r>
              <a:t>Detection checks:</a:t>
            </a:r>
          </a:p>
          <a:p>
            <a:pPr lvl="1"/>
            <a:r>
              <a:t>• Check /etc/sudoers for pwfeedback.</a:t>
            </a:r>
          </a:p>
          <a:p>
            <a:pPr lvl="1"/>
            <a:r>
              <a:t>• Review sudo logs for crashes during password entry; check package 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references:</a:t>
            </a:r>
          </a:p>
          <a:p>
            <a:pPr lvl="1"/>
            <a:r>
              <a:t>• CVE-2019-18634 (NVD / MITRE)</a:t>
            </a:r>
          </a:p>
          <a:p>
            <a:pPr lvl="1"/>
            <a:r>
              <a:t>• Sudo change logs / release notes (fix in 1.8.26+)</a:t>
            </a:r>
          </a:p>
          <a:p>
            <a:pPr lvl="1"/>
            <a:r>
              <a:t>• Vendor advisories: Ubuntu, Red Hat, Amazon Linux</a:t>
            </a:r>
          </a:p>
          <a:p>
            <a:pPr lvl="1"/>
            <a:r>
              <a:t>• Public writeups discussing exploitation and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